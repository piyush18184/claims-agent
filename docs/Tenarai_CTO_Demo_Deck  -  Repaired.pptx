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122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Autonomous Enterprise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 Review Agent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4231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Groq GPT-OSS + LangGraph + Deterministic Rules + Human-in-the-Loop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417320" cy="256032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Round 2 Case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331720" y="2971800"/>
            <a:ext cx="1645920" cy="25603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Healthcare / Insurance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60520" y="2971800"/>
            <a:ext cx="1325880" cy="256032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CTO Demo Ready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4251960"/>
            <a:ext cx="1325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PDF / 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4544568"/>
            <a:ext cx="50292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80360" y="4251960"/>
            <a:ext cx="123444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Extract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24528" y="4544568"/>
            <a:ext cx="48463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00600" y="4251960"/>
            <a:ext cx="132588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Validate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4544568"/>
            <a:ext cx="48463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12280" y="4251960"/>
            <a:ext cx="105156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HITL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73568" y="4544568"/>
            <a:ext cx="48463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549640" y="4251960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Draft Letter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48640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Built as a governed workflow, not a free-running chatbot.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problem and target outcome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Complex claim documents need fast review without giving the model financial authority.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971800" cy="31089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Before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Manual PDF review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Repeated data entry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Inconsistent exception handling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Slow sign-off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26280" y="1417320"/>
            <a:ext cx="3154680" cy="3108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Target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Extract facts reliably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 with deterministic rules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Pause risky cases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Draft correspondence for sign-off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1417320"/>
            <a:ext cx="2971800" cy="31089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Design principle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LLM interprets documents.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Rules make decisions.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Humans approve exceptions.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53035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Outcome: auditable automation that accelerates standard claims and safely escalates high-risk or conflicting cases.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Multi-step agent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LangGraph manages state, conditional routing, checkpointing and human resume.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43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Parse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document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719072" y="1865376"/>
            <a:ext cx="33832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148840" y="1508760"/>
            <a:ext cx="1143000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LLM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extract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865376"/>
            <a:ext cx="33832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94760" y="1508760"/>
            <a:ext cx="1143000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Rule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validate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10912" y="1865376"/>
            <a:ext cx="42976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532120" y="1508760"/>
            <a:ext cx="114300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Risk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gate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48272" y="1865376"/>
            <a:ext cx="47548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15200" y="1508760"/>
            <a:ext cx="114300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Exception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summary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31352" y="1865376"/>
            <a:ext cx="38404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006840" y="1508760"/>
            <a:ext cx="1143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Human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review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222992" y="1865376"/>
            <a:ext cx="15544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469880" y="1508760"/>
            <a:ext cx="1143000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Letter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draft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3063240"/>
            <a:ext cx="324612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Normal claims bypass HITL and move directly to draft letter.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39319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High-value, conflicting or low-confidence claims pause for caseworker decision.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2240280"/>
            <a:ext cx="0" cy="73152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2240280"/>
            <a:ext cx="1920240" cy="73152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234440" y="4937760"/>
            <a:ext cx="9738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State includes raw text, entities, validations, conflicts, risk reasons, human decision, notes and final letter.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rules stay deterministic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model extracts facts; Python services decide policy compliance.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240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Required fields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246120" y="1234440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F172A"/>
                </a:solidFill>
              </a:rPr>
              <a:t>Name, claim amount, policy number must be present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240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Policy lookup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46120" y="1947672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F172A"/>
                </a:solidFill>
              </a:rPr>
              <a:t>Policy must exist in the enterprise policy system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22960" y="2660904"/>
            <a:ext cx="2240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Identity match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46120" y="2660904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F172A"/>
                </a:solidFill>
              </a:rPr>
              <a:t>Claimant must match policyholder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22960" y="3374136"/>
            <a:ext cx="2240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Policy status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3374136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F172A"/>
                </a:solidFill>
              </a:rPr>
              <a:t>Policy must be active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22960" y="4087368"/>
            <a:ext cx="2240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Coverage limit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46120" y="4087368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F172A"/>
                </a:solidFill>
              </a:rPr>
              <a:t>Claim amount must be within coverage limit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224028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Risk gate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4800600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F172A"/>
                </a:solidFill>
              </a:rPr>
              <a:t>Amount &gt; $10,000, conflict, or low confidence triggers HITL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68680" y="56875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</a:rPr>
              <a:t>This creates an auditable decision trail: extracted facts → rule results → escalation reason → reviewer decision → final letter.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Human-in-the-Loop behavior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true pause/resume pattern, not just a warning on the screen.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9659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Trigger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</a:rPr>
              <a:t>Claim amount &gt; $10,000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</a:rPr>
              <a:t>OR conflicting 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</a:rPr>
              <a:t>OR low confidence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96012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343400" y="1554480"/>
            <a:ext cx="246888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LangGraph interrupt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60520" y="2331720"/>
            <a:ext cx="2788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F172A"/>
                </a:solidFill>
              </a:rPr>
              <a:t>Checkpointed state is held with thread_id until a human resumes execution.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086600" y="2423160"/>
            <a:ext cx="100584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275320" y="1234440"/>
            <a:ext cx="26974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Caseworker decision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92440" y="1874520"/>
            <a:ext cx="3063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</a:rPr>
              <a:t>APPROVE / REJECT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</a:rPr>
              <a:t>Reviewer notes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</a:rPr>
              <a:t>Resume graph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</a:rPr>
              <a:t>Draft final letter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343400"/>
            <a:ext cx="978408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Demo hero moment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A valid $18,750 claim passes policy rules but still pauses for human review because it exceeds the risk threshold.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path: simple to complex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three files in the Loom to show progression without overwhelming the CTO.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306324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01 Standard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3063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Jane Doe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POL-1001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$4,250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06324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Auto-approve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no HITL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6280" y="1325880"/>
            <a:ext cx="306324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04 High value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2057400"/>
            <a:ext cx="3063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Jane Doe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POL-1001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$18,750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3520440"/>
            <a:ext cx="306324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HITL pause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then resume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75320" y="1325880"/>
            <a:ext cx="306324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08 Complex packet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2057400"/>
            <a:ext cx="3063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Multi-page PDF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conflicting policies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high amount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3520440"/>
            <a:ext cx="306324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Enterprise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exception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Recommended Loom sequence: happy path → governed exception → complex enterprise packet.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deployment 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Demo uses Groq; enterprise deployment keeps AWS-first infrastructure and swaps provider by configuration.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4173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S3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secure upload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67128" y="1609344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560320" y="1325880"/>
            <a:ext cx="14173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Textract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6032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OCR / forms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41648" y="1609344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434840" y="1325880"/>
            <a:ext cx="14173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LangGraph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workflow service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16168" y="1609344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09360" y="1325880"/>
            <a:ext cx="141732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LLM endpoint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Groq / Bedrock / Azure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90688" y="1609344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183880" y="1325880"/>
            <a:ext cx="14173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Aurora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8388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checkpoint + audit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65208" y="1609344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058400" y="1325880"/>
            <a:ext cx="14173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Caseworker UI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approve / reject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3657600"/>
            <a:ext cx="201168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Hardening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3657600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F172A"/>
                </a:solidFill>
              </a:rPr>
              <a:t>Secrets Manager · KMS · CloudWatch · EventBridge/SNS · RBAC · immutable audit events · idempotency key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143000" y="5074920"/>
            <a:ext cx="9692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Provider abstraction means the workflow can move from Groq demo inference to Bedrock or an approved enterprise endpoint without redesigning orchestration.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close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case study proves orchestration, error handling, state management, UX and CTO-level communication.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32461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Agentic orchestration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A multi-step workflow coordinates parsing, LLM extraction, rules, exception routing, human decisions and letters.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80560" y="1325880"/>
            <a:ext cx="32461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Enterprise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96596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Deterministic policy checks, audit fields, explicit failure handling and no model-owned financial decisions.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83880" y="1325880"/>
            <a:ext cx="324612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Human accountability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83880" y="196596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High-risk or conflicting claims pause with a clear exception summary for caseworker sign-off.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Final message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47091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handles unstructured interpretation. Rules handle policy decisions. Humans govern exceptions.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Microsoft Office PowerPoint</Application>
  <PresentationFormat>Widescreen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Tenarai 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Enterprise Claim Review Agent</dc:title>
  <dc:subject>Tenarai Autonomous Enterprise Workflow Agent case study</dc:subject>
  <dc:creator>Babita Gupta</dc:creator>
  <cp:lastModifiedBy>Babita Gupta</cp:lastModifiedBy>
  <cp:revision>2</cp:revision>
  <dcterms:created xsi:type="dcterms:W3CDTF">2026-08-19T14:05:57Z</dcterms:created>
  <dcterms:modified xsi:type="dcterms:W3CDTF">2026-08-19T14:16:11Z</dcterms:modified>
</cp:coreProperties>
</file>